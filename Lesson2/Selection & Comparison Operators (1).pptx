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7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544BD1-4320-15DF-7413-141C66F89622}" v="21" dt="2026-09-24T09:47:51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an Glynn" userId="581eb3d1623ee653" providerId="LiveId" clId="{032934AD-3042-426C-A524-8F37032386DC}"/>
    <pc:docChg chg="undo custSel addSld delSld modSld sldOrd">
      <pc:chgData name="Damian Glynn" userId="581eb3d1623ee653" providerId="LiveId" clId="{032934AD-3042-426C-A524-8F37032386DC}" dt="2026-09-19T11:30:00.226" v="1741" actId="20577"/>
      <pc:docMkLst>
        <pc:docMk/>
      </pc:docMkLst>
      <pc:sldChg chg="modSp mod">
        <pc:chgData name="Damian Glynn" userId="581eb3d1623ee653" providerId="LiveId" clId="{032934AD-3042-426C-A524-8F37032386DC}" dt="2026-09-19T10:24:38.006" v="879" actId="255"/>
        <pc:sldMkLst>
          <pc:docMk/>
          <pc:sldMk cId="3733298285" sldId="256"/>
        </pc:sldMkLst>
        <pc:spChg chg="mod">
          <ac:chgData name="Damian Glynn" userId="581eb3d1623ee653" providerId="LiveId" clId="{032934AD-3042-426C-A524-8F37032386DC}" dt="2026-09-19T10:24:38.006" v="879" actId="255"/>
          <ac:spMkLst>
            <pc:docMk/>
            <pc:sldMk cId="3733298285" sldId="256"/>
            <ac:spMk id="2" creationId="{860B182A-2F32-87F7-DCFB-A8299467E9AA}"/>
          </ac:spMkLst>
        </pc:spChg>
        <pc:spChg chg="mod">
          <ac:chgData name="Damian Glynn" userId="581eb3d1623ee653" providerId="LiveId" clId="{032934AD-3042-426C-A524-8F37032386DC}" dt="2026-09-19T10:24:29.209" v="878" actId="20577"/>
          <ac:spMkLst>
            <pc:docMk/>
            <pc:sldMk cId="3733298285" sldId="256"/>
            <ac:spMk id="3" creationId="{463A518A-07F9-6090-B95A-8790C1C61D26}"/>
          </ac:spMkLst>
        </pc:spChg>
      </pc:sldChg>
      <pc:sldChg chg="modSp mod">
        <pc:chgData name="Damian Glynn" userId="581eb3d1623ee653" providerId="LiveId" clId="{032934AD-3042-426C-A524-8F37032386DC}" dt="2026-09-19T10:24:55.375" v="881" actId="255"/>
        <pc:sldMkLst>
          <pc:docMk/>
          <pc:sldMk cId="1036971965" sldId="257"/>
        </pc:sldMkLst>
        <pc:spChg chg="mod">
          <ac:chgData name="Damian Glynn" userId="581eb3d1623ee653" providerId="LiveId" clId="{032934AD-3042-426C-A524-8F37032386DC}" dt="2026-09-19T10:24:55.375" v="881" actId="255"/>
          <ac:spMkLst>
            <pc:docMk/>
            <pc:sldMk cId="1036971965" sldId="257"/>
            <ac:spMk id="2" creationId="{12B7306F-D56D-8191-7DFA-AC8BF0C3CBEC}"/>
          </ac:spMkLst>
        </pc:spChg>
        <pc:spChg chg="mod">
          <ac:chgData name="Damian Glynn" userId="581eb3d1623ee653" providerId="LiveId" clId="{032934AD-3042-426C-A524-8F37032386DC}" dt="2026-09-19T10:24:48.831" v="880" actId="255"/>
          <ac:spMkLst>
            <pc:docMk/>
            <pc:sldMk cId="1036971965" sldId="257"/>
            <ac:spMk id="3" creationId="{65280814-0A06-671F-53F1-87A98216479A}"/>
          </ac:spMkLst>
        </pc:spChg>
      </pc:sldChg>
      <pc:sldChg chg="modSp mod">
        <pc:chgData name="Damian Glynn" userId="581eb3d1623ee653" providerId="LiveId" clId="{032934AD-3042-426C-A524-8F37032386DC}" dt="2026-09-19T10:25:14.863" v="883" actId="255"/>
        <pc:sldMkLst>
          <pc:docMk/>
          <pc:sldMk cId="4055288586" sldId="258"/>
        </pc:sldMkLst>
        <pc:spChg chg="mod">
          <ac:chgData name="Damian Glynn" userId="581eb3d1623ee653" providerId="LiveId" clId="{032934AD-3042-426C-A524-8F37032386DC}" dt="2026-09-19T10:25:05.467" v="882" actId="113"/>
          <ac:spMkLst>
            <pc:docMk/>
            <pc:sldMk cId="4055288586" sldId="258"/>
            <ac:spMk id="2" creationId="{210AEF1C-03BB-F695-E600-7CF7B386426A}"/>
          </ac:spMkLst>
        </pc:spChg>
        <pc:spChg chg="mod">
          <ac:chgData name="Damian Glynn" userId="581eb3d1623ee653" providerId="LiveId" clId="{032934AD-3042-426C-A524-8F37032386DC}" dt="2026-09-19T10:25:14.863" v="883" actId="255"/>
          <ac:spMkLst>
            <pc:docMk/>
            <pc:sldMk cId="4055288586" sldId="258"/>
            <ac:spMk id="3" creationId="{8702CBC7-9B8B-135D-A5DE-AA98A263D07A}"/>
          </ac:spMkLst>
        </pc:spChg>
      </pc:sldChg>
      <pc:sldChg chg="modSp mod">
        <pc:chgData name="Damian Glynn" userId="581eb3d1623ee653" providerId="LiveId" clId="{032934AD-3042-426C-A524-8F37032386DC}" dt="2026-09-19T10:25:34.356" v="884" actId="255"/>
        <pc:sldMkLst>
          <pc:docMk/>
          <pc:sldMk cId="2894932302" sldId="259"/>
        </pc:sldMkLst>
        <pc:spChg chg="mod">
          <ac:chgData name="Damian Glynn" userId="581eb3d1623ee653" providerId="LiveId" clId="{032934AD-3042-426C-A524-8F37032386DC}" dt="2026-09-19T10:23:56.575" v="857" actId="113"/>
          <ac:spMkLst>
            <pc:docMk/>
            <pc:sldMk cId="2894932302" sldId="259"/>
            <ac:spMk id="2" creationId="{AA1FBC9C-97EE-F09D-4EB5-E15690CF631F}"/>
          </ac:spMkLst>
        </pc:spChg>
        <pc:spChg chg="mod">
          <ac:chgData name="Damian Glynn" userId="581eb3d1623ee653" providerId="LiveId" clId="{032934AD-3042-426C-A524-8F37032386DC}" dt="2026-09-19T10:25:34.356" v="884" actId="255"/>
          <ac:spMkLst>
            <pc:docMk/>
            <pc:sldMk cId="2894932302" sldId="259"/>
            <ac:spMk id="3" creationId="{2D496FF3-5D70-E7D1-9E7B-013F7D53C01F}"/>
          </ac:spMkLst>
        </pc:spChg>
      </pc:sldChg>
      <pc:sldChg chg="modSp mod">
        <pc:chgData name="Damian Glynn" userId="581eb3d1623ee653" providerId="LiveId" clId="{032934AD-3042-426C-A524-8F37032386DC}" dt="2026-09-19T10:25:44.117" v="885" actId="255"/>
        <pc:sldMkLst>
          <pc:docMk/>
          <pc:sldMk cId="3568465005" sldId="260"/>
        </pc:sldMkLst>
        <pc:spChg chg="mod">
          <ac:chgData name="Damian Glynn" userId="581eb3d1623ee653" providerId="LiveId" clId="{032934AD-3042-426C-A524-8F37032386DC}" dt="2026-09-19T10:23:51.446" v="856" actId="113"/>
          <ac:spMkLst>
            <pc:docMk/>
            <pc:sldMk cId="3568465005" sldId="260"/>
            <ac:spMk id="2" creationId="{5F38C418-A7F4-0898-15AF-6B2B88AE1A73}"/>
          </ac:spMkLst>
        </pc:spChg>
        <pc:spChg chg="mod">
          <ac:chgData name="Damian Glynn" userId="581eb3d1623ee653" providerId="LiveId" clId="{032934AD-3042-426C-A524-8F37032386DC}" dt="2026-09-19T10:25:44.117" v="885" actId="255"/>
          <ac:spMkLst>
            <pc:docMk/>
            <pc:sldMk cId="3568465005" sldId="260"/>
            <ac:spMk id="3" creationId="{842BD192-625B-42A3-D7C4-EB0E98E5C5BE}"/>
          </ac:spMkLst>
        </pc:spChg>
      </pc:sldChg>
      <pc:sldChg chg="addSp delSp modSp mod">
        <pc:chgData name="Damian Glynn" userId="581eb3d1623ee653" providerId="LiveId" clId="{032934AD-3042-426C-A524-8F37032386DC}" dt="2026-09-19T10:26:38.425" v="902" actId="255"/>
        <pc:sldMkLst>
          <pc:docMk/>
          <pc:sldMk cId="3939134460" sldId="261"/>
        </pc:sldMkLst>
        <pc:spChg chg="mod">
          <ac:chgData name="Damian Glynn" userId="581eb3d1623ee653" providerId="LiveId" clId="{032934AD-3042-426C-A524-8F37032386DC}" dt="2026-09-19T07:56:53.181" v="54" actId="113"/>
          <ac:spMkLst>
            <pc:docMk/>
            <pc:sldMk cId="3939134460" sldId="261"/>
            <ac:spMk id="2" creationId="{2CC7997E-C9C5-97B8-502B-DDDE9A854065}"/>
          </ac:spMkLst>
        </pc:spChg>
        <pc:graphicFrameChg chg="add mod ord modGraphic">
          <ac:chgData name="Damian Glynn" userId="581eb3d1623ee653" providerId="LiveId" clId="{032934AD-3042-426C-A524-8F37032386DC}" dt="2026-09-19T10:26:38.425" v="902" actId="255"/>
          <ac:graphicFrameMkLst>
            <pc:docMk/>
            <pc:sldMk cId="3939134460" sldId="261"/>
            <ac:graphicFrameMk id="4" creationId="{C41BC328-E1ED-C801-D406-554D63FB4E52}"/>
          </ac:graphicFrameMkLst>
        </pc:graphicFrameChg>
      </pc:sldChg>
      <pc:sldChg chg="addSp delSp modSp mod">
        <pc:chgData name="Damian Glynn" userId="581eb3d1623ee653" providerId="LiveId" clId="{032934AD-3042-426C-A524-8F37032386DC}" dt="2026-09-19T10:26:04.379" v="899" actId="113"/>
        <pc:sldMkLst>
          <pc:docMk/>
          <pc:sldMk cId="485857274" sldId="262"/>
        </pc:sldMkLst>
        <pc:spChg chg="mod">
          <ac:chgData name="Damian Glynn" userId="581eb3d1623ee653" providerId="LiveId" clId="{032934AD-3042-426C-A524-8F37032386DC}" dt="2026-09-19T10:26:04.379" v="899" actId="113"/>
          <ac:spMkLst>
            <pc:docMk/>
            <pc:sldMk cId="485857274" sldId="262"/>
            <ac:spMk id="2" creationId="{8EA3F8AC-11D5-38B3-1B6B-002C67394401}"/>
          </ac:spMkLst>
        </pc:spChg>
        <pc:graphicFrameChg chg="add mod ord modGraphic">
          <ac:chgData name="Damian Glynn" userId="581eb3d1623ee653" providerId="LiveId" clId="{032934AD-3042-426C-A524-8F37032386DC}" dt="2026-09-19T08:08:53.429" v="332" actId="1076"/>
          <ac:graphicFrameMkLst>
            <pc:docMk/>
            <pc:sldMk cId="485857274" sldId="262"/>
            <ac:graphicFrameMk id="4" creationId="{7EAE6E65-8368-B521-B487-2B13296F59B6}"/>
          </ac:graphicFrameMkLst>
        </pc:graphicFrameChg>
      </pc:sldChg>
      <pc:sldChg chg="addSp delSp modSp mod">
        <pc:chgData name="Damian Glynn" userId="581eb3d1623ee653" providerId="LiveId" clId="{032934AD-3042-426C-A524-8F37032386DC}" dt="2026-09-19T10:26:20.864" v="901" actId="255"/>
        <pc:sldMkLst>
          <pc:docMk/>
          <pc:sldMk cId="420985780" sldId="263"/>
        </pc:sldMkLst>
        <pc:spChg chg="mod">
          <ac:chgData name="Damian Glynn" userId="581eb3d1623ee653" providerId="LiveId" clId="{032934AD-3042-426C-A524-8F37032386DC}" dt="2026-09-19T10:26:10.029" v="900" actId="113"/>
          <ac:spMkLst>
            <pc:docMk/>
            <pc:sldMk cId="420985780" sldId="263"/>
            <ac:spMk id="2" creationId="{6950AB6D-64CD-0025-77C8-2108B94C2C0C}"/>
          </ac:spMkLst>
        </pc:spChg>
        <pc:graphicFrameChg chg="add mod ord modGraphic">
          <ac:chgData name="Damian Glynn" userId="581eb3d1623ee653" providerId="LiveId" clId="{032934AD-3042-426C-A524-8F37032386DC}" dt="2026-09-19T10:26:20.864" v="901" actId="255"/>
          <ac:graphicFrameMkLst>
            <pc:docMk/>
            <pc:sldMk cId="420985780" sldId="263"/>
            <ac:graphicFrameMk id="4" creationId="{7A31D7C0-0E35-7100-2B4B-0A4B941E3CD3}"/>
          </ac:graphicFrameMkLst>
        </pc:graphicFrameChg>
      </pc:sldChg>
      <pc:sldChg chg="modSp add mod">
        <pc:chgData name="Damian Glynn" userId="581eb3d1623ee653" providerId="LiveId" clId="{032934AD-3042-426C-A524-8F37032386DC}" dt="2026-09-19T10:25:57.435" v="898" actId="20577"/>
        <pc:sldMkLst>
          <pc:docMk/>
          <pc:sldMk cId="50821587" sldId="264"/>
        </pc:sldMkLst>
        <pc:spChg chg="mod">
          <ac:chgData name="Damian Glynn" userId="581eb3d1623ee653" providerId="LiveId" clId="{032934AD-3042-426C-A524-8F37032386DC}" dt="2026-09-19T10:25:57.435" v="898" actId="20577"/>
          <ac:spMkLst>
            <pc:docMk/>
            <pc:sldMk cId="50821587" sldId="264"/>
            <ac:spMk id="2" creationId="{C0FB6CC0-256B-799C-A6A9-FD9B565A9695}"/>
          </ac:spMkLst>
        </pc:spChg>
        <pc:graphicFrameChg chg="mod modGraphic">
          <ac:chgData name="Damian Glynn" userId="581eb3d1623ee653" providerId="LiveId" clId="{032934AD-3042-426C-A524-8F37032386DC}" dt="2026-09-19T08:00:21.249" v="139" actId="122"/>
          <ac:graphicFrameMkLst>
            <pc:docMk/>
            <pc:sldMk cId="50821587" sldId="264"/>
            <ac:graphicFrameMk id="4" creationId="{55D1199C-0254-3B56-871E-64869F89CE63}"/>
          </ac:graphicFrameMkLst>
        </pc:graphicFrameChg>
      </pc:sldChg>
      <pc:sldChg chg="modSp add mod">
        <pc:chgData name="Damian Glynn" userId="581eb3d1623ee653" providerId="LiveId" clId="{032934AD-3042-426C-A524-8F37032386DC}" dt="2026-09-19T10:27:08.789" v="904" actId="113"/>
        <pc:sldMkLst>
          <pc:docMk/>
          <pc:sldMk cId="1905316644" sldId="265"/>
        </pc:sldMkLst>
        <pc:spChg chg="mod">
          <ac:chgData name="Damian Glynn" userId="581eb3d1623ee653" providerId="LiveId" clId="{032934AD-3042-426C-A524-8F37032386DC}" dt="2026-09-19T10:27:08.789" v="904" actId="113"/>
          <ac:spMkLst>
            <pc:docMk/>
            <pc:sldMk cId="1905316644" sldId="265"/>
            <ac:spMk id="2" creationId="{E5FED555-9E37-8104-14C9-5F8E119498C8}"/>
          </ac:spMkLst>
        </pc:spChg>
        <pc:spChg chg="mod">
          <ac:chgData name="Damian Glynn" userId="581eb3d1623ee653" providerId="LiveId" clId="{032934AD-3042-426C-A524-8F37032386DC}" dt="2026-09-19T08:17:01.752" v="541" actId="27636"/>
          <ac:spMkLst>
            <pc:docMk/>
            <pc:sldMk cId="1905316644" sldId="265"/>
            <ac:spMk id="3" creationId="{6FE5EF9D-0EEA-A7A5-D913-DCC24E2724E5}"/>
          </ac:spMkLst>
        </pc:spChg>
      </pc:sldChg>
      <pc:sldChg chg="modSp add mod">
        <pc:chgData name="Damian Glynn" userId="581eb3d1623ee653" providerId="LiveId" clId="{032934AD-3042-426C-A524-8F37032386DC}" dt="2026-09-19T10:27:22.410" v="906" actId="255"/>
        <pc:sldMkLst>
          <pc:docMk/>
          <pc:sldMk cId="876750269" sldId="266"/>
        </pc:sldMkLst>
        <pc:spChg chg="mod">
          <ac:chgData name="Damian Glynn" userId="581eb3d1623ee653" providerId="LiveId" clId="{032934AD-3042-426C-A524-8F37032386DC}" dt="2026-09-19T10:27:16.292" v="905" actId="113"/>
          <ac:spMkLst>
            <pc:docMk/>
            <pc:sldMk cId="876750269" sldId="266"/>
            <ac:spMk id="2" creationId="{B522B9DE-2813-8562-4324-D476D8513952}"/>
          </ac:spMkLst>
        </pc:spChg>
        <pc:spChg chg="mod">
          <ac:chgData name="Damian Glynn" userId="581eb3d1623ee653" providerId="LiveId" clId="{032934AD-3042-426C-A524-8F37032386DC}" dt="2026-09-19T10:27:22.410" v="906" actId="255"/>
          <ac:spMkLst>
            <pc:docMk/>
            <pc:sldMk cId="876750269" sldId="266"/>
            <ac:spMk id="3" creationId="{BC33F1EA-78A2-1FD6-E899-891F612A07E9}"/>
          </ac:spMkLst>
        </pc:spChg>
      </pc:sldChg>
      <pc:sldChg chg="modSp add mod">
        <pc:chgData name="Damian Glynn" userId="581eb3d1623ee653" providerId="LiveId" clId="{032934AD-3042-426C-A524-8F37032386DC}" dt="2026-09-19T10:27:45.946" v="909" actId="20577"/>
        <pc:sldMkLst>
          <pc:docMk/>
          <pc:sldMk cId="3785459178" sldId="267"/>
        </pc:sldMkLst>
        <pc:spChg chg="mod">
          <ac:chgData name="Damian Glynn" userId="581eb3d1623ee653" providerId="LiveId" clId="{032934AD-3042-426C-A524-8F37032386DC}" dt="2026-09-19T10:27:30.453" v="907" actId="113"/>
          <ac:spMkLst>
            <pc:docMk/>
            <pc:sldMk cId="3785459178" sldId="267"/>
            <ac:spMk id="2" creationId="{BEF47800-45E4-07DA-5EC8-B1593BA86A7F}"/>
          </ac:spMkLst>
        </pc:spChg>
        <pc:spChg chg="mod">
          <ac:chgData name="Damian Glynn" userId="581eb3d1623ee653" providerId="LiveId" clId="{032934AD-3042-426C-A524-8F37032386DC}" dt="2026-09-19T10:27:45.946" v="909" actId="20577"/>
          <ac:spMkLst>
            <pc:docMk/>
            <pc:sldMk cId="3785459178" sldId="267"/>
            <ac:spMk id="3" creationId="{2DC0FD06-1FA4-9AEB-884F-8D51E8E89FE5}"/>
          </ac:spMkLst>
        </pc:spChg>
      </pc:sldChg>
      <pc:sldChg chg="delSp modSp add mod">
        <pc:chgData name="Damian Glynn" userId="581eb3d1623ee653" providerId="LiveId" clId="{032934AD-3042-426C-A524-8F37032386DC}" dt="2026-09-19T11:30:00.226" v="1741" actId="20577"/>
        <pc:sldMkLst>
          <pc:docMk/>
          <pc:sldMk cId="1117235768" sldId="268"/>
        </pc:sldMkLst>
        <pc:spChg chg="mod">
          <ac:chgData name="Damian Glynn" userId="581eb3d1623ee653" providerId="LiveId" clId="{032934AD-3042-426C-A524-8F37032386DC}" dt="2026-09-19T11:30:00.226" v="1741" actId="20577"/>
          <ac:spMkLst>
            <pc:docMk/>
            <pc:sldMk cId="1117235768" sldId="268"/>
            <ac:spMk id="3" creationId="{A7E86BD9-734D-E487-7001-02403CD4FBD7}"/>
          </ac:spMkLst>
        </pc:spChg>
      </pc:sldChg>
      <pc:sldChg chg="modSp add mod">
        <pc:chgData name="Damian Glynn" userId="581eb3d1623ee653" providerId="LiveId" clId="{032934AD-3042-426C-A524-8F37032386DC}" dt="2026-09-19T10:29:49.799" v="935" actId="113"/>
        <pc:sldMkLst>
          <pc:docMk/>
          <pc:sldMk cId="1674075148" sldId="269"/>
        </pc:sldMkLst>
        <pc:spChg chg="mod">
          <ac:chgData name="Damian Glynn" userId="581eb3d1623ee653" providerId="LiveId" clId="{032934AD-3042-426C-A524-8F37032386DC}" dt="2026-09-19T10:29:49.799" v="935" actId="113"/>
          <ac:spMkLst>
            <pc:docMk/>
            <pc:sldMk cId="1674075148" sldId="269"/>
            <ac:spMk id="2" creationId="{1FA67599-B2B2-2FBA-AEAD-33D0661D04AB}"/>
          </ac:spMkLst>
        </pc:spChg>
        <pc:spChg chg="mod">
          <ac:chgData name="Damian Glynn" userId="581eb3d1623ee653" providerId="LiveId" clId="{032934AD-3042-426C-A524-8F37032386DC}" dt="2026-09-19T10:29:44.351" v="934" actId="20577"/>
          <ac:spMkLst>
            <pc:docMk/>
            <pc:sldMk cId="1674075148" sldId="269"/>
            <ac:spMk id="3" creationId="{CD1A276F-C91D-A84C-5796-4B4ED4FF71CF}"/>
          </ac:spMkLst>
        </pc:spChg>
      </pc:sldChg>
      <pc:sldChg chg="modSp add mod">
        <pc:chgData name="Damian Glynn" userId="581eb3d1623ee653" providerId="LiveId" clId="{032934AD-3042-426C-A524-8F37032386DC}" dt="2026-09-19T11:29:03.490" v="1683" actId="20577"/>
        <pc:sldMkLst>
          <pc:docMk/>
          <pc:sldMk cId="949207192" sldId="270"/>
        </pc:sldMkLst>
        <pc:spChg chg="mod">
          <ac:chgData name="Damian Glynn" userId="581eb3d1623ee653" providerId="LiveId" clId="{032934AD-3042-426C-A524-8F37032386DC}" dt="2026-09-19T10:32:10.889" v="985" actId="113"/>
          <ac:spMkLst>
            <pc:docMk/>
            <pc:sldMk cId="949207192" sldId="270"/>
            <ac:spMk id="2" creationId="{A1DE3724-7501-BEF2-A51F-7A8713FA9FDD}"/>
          </ac:spMkLst>
        </pc:spChg>
        <pc:spChg chg="mod">
          <ac:chgData name="Damian Glynn" userId="581eb3d1623ee653" providerId="LiveId" clId="{032934AD-3042-426C-A524-8F37032386DC}" dt="2026-09-19T11:29:03.490" v="1683" actId="20577"/>
          <ac:spMkLst>
            <pc:docMk/>
            <pc:sldMk cId="949207192" sldId="270"/>
            <ac:spMk id="3" creationId="{693661BD-3FC7-A4B4-8562-5F40E9481CFE}"/>
          </ac:spMkLst>
        </pc:spChg>
      </pc:sldChg>
      <pc:sldChg chg="modSp add mod">
        <pc:chgData name="Damian Glynn" userId="581eb3d1623ee653" providerId="LiveId" clId="{032934AD-3042-426C-A524-8F37032386DC}" dt="2026-09-19T10:49:09.863" v="1033"/>
        <pc:sldMkLst>
          <pc:docMk/>
          <pc:sldMk cId="3838110441" sldId="271"/>
        </pc:sldMkLst>
        <pc:spChg chg="mod">
          <ac:chgData name="Damian Glynn" userId="581eb3d1623ee653" providerId="LiveId" clId="{032934AD-3042-426C-A524-8F37032386DC}" dt="2026-09-19T10:49:08.354" v="1032" actId="21"/>
          <ac:spMkLst>
            <pc:docMk/>
            <pc:sldMk cId="3838110441" sldId="271"/>
            <ac:spMk id="2" creationId="{6E8FCFCC-4A53-42A8-6FA5-33FF139B1F50}"/>
          </ac:spMkLst>
        </pc:spChg>
        <pc:spChg chg="mod">
          <ac:chgData name="Damian Glynn" userId="581eb3d1623ee653" providerId="LiveId" clId="{032934AD-3042-426C-A524-8F37032386DC}" dt="2026-09-19T10:49:09.863" v="1033"/>
          <ac:spMkLst>
            <pc:docMk/>
            <pc:sldMk cId="3838110441" sldId="271"/>
            <ac:spMk id="3" creationId="{945F6E19-39BE-7936-980C-A98D2F468E1E}"/>
          </ac:spMkLst>
        </pc:spChg>
      </pc:sldChg>
      <pc:sldChg chg="modSp add mod">
        <pc:chgData name="Damian Glynn" userId="581eb3d1623ee653" providerId="LiveId" clId="{032934AD-3042-426C-A524-8F37032386DC}" dt="2026-09-19T10:53:11.829" v="1218" actId="20577"/>
        <pc:sldMkLst>
          <pc:docMk/>
          <pc:sldMk cId="2932291163" sldId="272"/>
        </pc:sldMkLst>
        <pc:spChg chg="mod">
          <ac:chgData name="Damian Glynn" userId="581eb3d1623ee653" providerId="LiveId" clId="{032934AD-3042-426C-A524-8F37032386DC}" dt="2026-09-19T10:52:03.103" v="1182" actId="113"/>
          <ac:spMkLst>
            <pc:docMk/>
            <pc:sldMk cId="2932291163" sldId="272"/>
            <ac:spMk id="2" creationId="{D7F8C71D-8E91-DAEC-5300-EDE9E63EEC3B}"/>
          </ac:spMkLst>
        </pc:spChg>
        <pc:spChg chg="mod">
          <ac:chgData name="Damian Glynn" userId="581eb3d1623ee653" providerId="LiveId" clId="{032934AD-3042-426C-A524-8F37032386DC}" dt="2026-09-19T10:53:11.829" v="1218" actId="20577"/>
          <ac:spMkLst>
            <pc:docMk/>
            <pc:sldMk cId="2932291163" sldId="272"/>
            <ac:spMk id="3" creationId="{2F19939D-C098-DF29-4276-D588B9B1DF7D}"/>
          </ac:spMkLst>
        </pc:spChg>
      </pc:sldChg>
      <pc:sldChg chg="modSp add mod">
        <pc:chgData name="Damian Glynn" userId="581eb3d1623ee653" providerId="LiveId" clId="{032934AD-3042-426C-A524-8F37032386DC}" dt="2026-09-19T10:54:46.069" v="1251" actId="20577"/>
        <pc:sldMkLst>
          <pc:docMk/>
          <pc:sldMk cId="975984139" sldId="273"/>
        </pc:sldMkLst>
        <pc:spChg chg="mod">
          <ac:chgData name="Damian Glynn" userId="581eb3d1623ee653" providerId="LiveId" clId="{032934AD-3042-426C-A524-8F37032386DC}" dt="2026-09-19T10:54:46.069" v="1251" actId="20577"/>
          <ac:spMkLst>
            <pc:docMk/>
            <pc:sldMk cId="975984139" sldId="273"/>
            <ac:spMk id="2" creationId="{A5755789-0876-0DD0-E47A-2DB1C204548C}"/>
          </ac:spMkLst>
        </pc:spChg>
        <pc:spChg chg="mod">
          <ac:chgData name="Damian Glynn" userId="581eb3d1623ee653" providerId="LiveId" clId="{032934AD-3042-426C-A524-8F37032386DC}" dt="2026-09-19T10:54:39.626" v="1247" actId="255"/>
          <ac:spMkLst>
            <pc:docMk/>
            <pc:sldMk cId="975984139" sldId="273"/>
            <ac:spMk id="3" creationId="{0A6A7963-BCE2-D62D-161C-72838D691691}"/>
          </ac:spMkLst>
        </pc:spChg>
      </pc:sldChg>
      <pc:sldChg chg="modSp add mod">
        <pc:chgData name="Damian Glynn" userId="581eb3d1623ee653" providerId="LiveId" clId="{032934AD-3042-426C-A524-8F37032386DC}" dt="2026-09-19T10:27:01.876" v="903" actId="255"/>
        <pc:sldMkLst>
          <pc:docMk/>
          <pc:sldMk cId="88138342" sldId="274"/>
        </pc:sldMkLst>
        <pc:spChg chg="mod">
          <ac:chgData name="Damian Glynn" userId="581eb3d1623ee653" providerId="LiveId" clId="{032934AD-3042-426C-A524-8F37032386DC}" dt="2026-09-19T08:12:53.595" v="467" actId="113"/>
          <ac:spMkLst>
            <pc:docMk/>
            <pc:sldMk cId="88138342" sldId="274"/>
            <ac:spMk id="2" creationId="{BD3463CF-A13B-EF2E-DFB5-405E1A2EE88C}"/>
          </ac:spMkLst>
        </pc:spChg>
        <pc:graphicFrameChg chg="mod modGraphic">
          <ac:chgData name="Damian Glynn" userId="581eb3d1623ee653" providerId="LiveId" clId="{032934AD-3042-426C-A524-8F37032386DC}" dt="2026-09-19T10:27:01.876" v="903" actId="255"/>
          <ac:graphicFrameMkLst>
            <pc:docMk/>
            <pc:sldMk cId="88138342" sldId="274"/>
            <ac:graphicFrameMk id="4" creationId="{68BE4CE8-FDAD-EB52-3129-3C92F42937A4}"/>
          </ac:graphicFrameMkLst>
        </pc:graphicFrameChg>
      </pc:sldChg>
      <pc:sldChg chg="modSp add mod">
        <pc:chgData name="Damian Glynn" userId="581eb3d1623ee653" providerId="LiveId" clId="{032934AD-3042-426C-A524-8F37032386DC}" dt="2026-09-19T11:28:34.835" v="1669" actId="255"/>
        <pc:sldMkLst>
          <pc:docMk/>
          <pc:sldMk cId="42700067" sldId="275"/>
        </pc:sldMkLst>
        <pc:spChg chg="mod">
          <ac:chgData name="Damian Glynn" userId="581eb3d1623ee653" providerId="LiveId" clId="{032934AD-3042-426C-A524-8F37032386DC}" dt="2026-09-19T11:07:16.406" v="1295" actId="20577"/>
          <ac:spMkLst>
            <pc:docMk/>
            <pc:sldMk cId="42700067" sldId="275"/>
            <ac:spMk id="2" creationId="{12E29672-4208-E1F9-2392-9BE4468D6A15}"/>
          </ac:spMkLst>
        </pc:spChg>
        <pc:spChg chg="mod">
          <ac:chgData name="Damian Glynn" userId="581eb3d1623ee653" providerId="LiveId" clId="{032934AD-3042-426C-A524-8F37032386DC}" dt="2026-09-19T11:28:34.835" v="1669" actId="255"/>
          <ac:spMkLst>
            <pc:docMk/>
            <pc:sldMk cId="42700067" sldId="275"/>
            <ac:spMk id="3" creationId="{C31899D2-FE28-06E7-0E9C-E73939443A05}"/>
          </ac:spMkLst>
        </pc:spChg>
      </pc:sldChg>
      <pc:sldChg chg="modSp add mod">
        <pc:chgData name="Damian Glynn" userId="581eb3d1623ee653" providerId="LiveId" clId="{032934AD-3042-426C-A524-8F37032386DC}" dt="2026-09-19T11:09:44.711" v="1426" actId="313"/>
        <pc:sldMkLst>
          <pc:docMk/>
          <pc:sldMk cId="2273077777" sldId="276"/>
        </pc:sldMkLst>
        <pc:spChg chg="mod">
          <ac:chgData name="Damian Glynn" userId="581eb3d1623ee653" providerId="LiveId" clId="{032934AD-3042-426C-A524-8F37032386DC}" dt="2026-09-19T11:07:30.630" v="1296"/>
          <ac:spMkLst>
            <pc:docMk/>
            <pc:sldMk cId="2273077777" sldId="276"/>
            <ac:spMk id="2" creationId="{E775705C-837E-2AD2-495A-EE53B6F07CA3}"/>
          </ac:spMkLst>
        </pc:spChg>
        <pc:spChg chg="mod">
          <ac:chgData name="Damian Glynn" userId="581eb3d1623ee653" providerId="LiveId" clId="{032934AD-3042-426C-A524-8F37032386DC}" dt="2026-09-19T11:09:44.711" v="1426" actId="313"/>
          <ac:spMkLst>
            <pc:docMk/>
            <pc:sldMk cId="2273077777" sldId="276"/>
            <ac:spMk id="3" creationId="{73C49EA7-AB7A-EFBD-B14D-1C3B7C513ED1}"/>
          </ac:spMkLst>
        </pc:spChg>
      </pc:sldChg>
      <pc:sldChg chg="modSp add mod">
        <pc:chgData name="Damian Glynn" userId="581eb3d1623ee653" providerId="LiveId" clId="{032934AD-3042-426C-A524-8F37032386DC}" dt="2026-09-19T11:11:02.959" v="1438" actId="20577"/>
        <pc:sldMkLst>
          <pc:docMk/>
          <pc:sldMk cId="3754042708" sldId="277"/>
        </pc:sldMkLst>
        <pc:spChg chg="mod">
          <ac:chgData name="Damian Glynn" userId="581eb3d1623ee653" providerId="LiveId" clId="{032934AD-3042-426C-A524-8F37032386DC}" dt="2026-09-19T11:11:02.959" v="1438" actId="20577"/>
          <ac:spMkLst>
            <pc:docMk/>
            <pc:sldMk cId="3754042708" sldId="277"/>
            <ac:spMk id="2" creationId="{3E6E2947-6965-3518-1674-BA072BF53AA5}"/>
          </ac:spMkLst>
        </pc:spChg>
      </pc:sldChg>
      <pc:sldChg chg="modSp add ord">
        <pc:chgData name="Damian Glynn" userId="581eb3d1623ee653" providerId="LiveId" clId="{032934AD-3042-426C-A524-8F37032386DC}" dt="2026-09-19T11:12:13.301" v="1442"/>
        <pc:sldMkLst>
          <pc:docMk/>
          <pc:sldMk cId="3529043629" sldId="278"/>
        </pc:sldMkLst>
        <pc:spChg chg="mod">
          <ac:chgData name="Damian Glynn" userId="581eb3d1623ee653" providerId="LiveId" clId="{032934AD-3042-426C-A524-8F37032386DC}" dt="2026-09-19T11:12:13.301" v="1442"/>
          <ac:spMkLst>
            <pc:docMk/>
            <pc:sldMk cId="3529043629" sldId="278"/>
            <ac:spMk id="2" creationId="{D7CD415D-5AD9-BE9B-B59F-2EB8A619FDCA}"/>
          </ac:spMkLst>
        </pc:spChg>
        <pc:spChg chg="mod">
          <ac:chgData name="Damian Glynn" userId="581eb3d1623ee653" providerId="LiveId" clId="{032934AD-3042-426C-A524-8F37032386DC}" dt="2026-09-19T11:12:02.596" v="1441"/>
          <ac:spMkLst>
            <pc:docMk/>
            <pc:sldMk cId="3529043629" sldId="278"/>
            <ac:spMk id="3" creationId="{03C49C1B-CF85-9262-B95C-270EE1479570}"/>
          </ac:spMkLst>
        </pc:spChg>
      </pc:sldChg>
      <pc:sldChg chg="modSp add mod">
        <pc:chgData name="Damian Glynn" userId="581eb3d1623ee653" providerId="LiveId" clId="{032934AD-3042-426C-A524-8F37032386DC}" dt="2026-09-19T11:13:41.300" v="1473" actId="255"/>
        <pc:sldMkLst>
          <pc:docMk/>
          <pc:sldMk cId="3251658321" sldId="279"/>
        </pc:sldMkLst>
        <pc:spChg chg="mod">
          <ac:chgData name="Damian Glynn" userId="581eb3d1623ee653" providerId="LiveId" clId="{032934AD-3042-426C-A524-8F37032386DC}" dt="2026-09-19T11:13:34.064" v="1472" actId="113"/>
          <ac:spMkLst>
            <pc:docMk/>
            <pc:sldMk cId="3251658321" sldId="279"/>
            <ac:spMk id="2" creationId="{6DEDC10B-9A18-A920-16BA-16C649D1520A}"/>
          </ac:spMkLst>
        </pc:spChg>
        <pc:spChg chg="mod">
          <ac:chgData name="Damian Glynn" userId="581eb3d1623ee653" providerId="LiveId" clId="{032934AD-3042-426C-A524-8F37032386DC}" dt="2026-09-19T11:13:41.300" v="1473" actId="255"/>
          <ac:spMkLst>
            <pc:docMk/>
            <pc:sldMk cId="3251658321" sldId="279"/>
            <ac:spMk id="3" creationId="{F0D245A4-621E-EE83-CDA5-7C3520DFC72C}"/>
          </ac:spMkLst>
        </pc:spChg>
      </pc:sldChg>
      <pc:sldChg chg="modSp add mod">
        <pc:chgData name="Damian Glynn" userId="581eb3d1623ee653" providerId="LiveId" clId="{032934AD-3042-426C-A524-8F37032386DC}" dt="2026-09-19T11:14:48.761" v="1508" actId="20577"/>
        <pc:sldMkLst>
          <pc:docMk/>
          <pc:sldMk cId="2787712346" sldId="280"/>
        </pc:sldMkLst>
        <pc:spChg chg="mod">
          <ac:chgData name="Damian Glynn" userId="581eb3d1623ee653" providerId="LiveId" clId="{032934AD-3042-426C-A524-8F37032386DC}" dt="2026-09-19T11:14:48.761" v="1508" actId="20577"/>
          <ac:spMkLst>
            <pc:docMk/>
            <pc:sldMk cId="2787712346" sldId="280"/>
            <ac:spMk id="2" creationId="{BF2F3A8A-DDBF-5A47-FC8F-4E02BF1ADED0}"/>
          </ac:spMkLst>
        </pc:spChg>
        <pc:spChg chg="mod">
          <ac:chgData name="Damian Glynn" userId="581eb3d1623ee653" providerId="LiveId" clId="{032934AD-3042-426C-A524-8F37032386DC}" dt="2026-09-19T11:14:28.248" v="1478"/>
          <ac:spMkLst>
            <pc:docMk/>
            <pc:sldMk cId="2787712346" sldId="280"/>
            <ac:spMk id="3" creationId="{046C6254-DF51-088C-A475-21DAB6778063}"/>
          </ac:spMkLst>
        </pc:spChg>
      </pc:sldChg>
      <pc:sldChg chg="delSp modSp add mod">
        <pc:chgData name="Damian Glynn" userId="581eb3d1623ee653" providerId="LiveId" clId="{032934AD-3042-426C-A524-8F37032386DC}" dt="2026-09-19T11:28:45.693" v="1676" actId="20577"/>
        <pc:sldMkLst>
          <pc:docMk/>
          <pc:sldMk cId="464901692" sldId="281"/>
        </pc:sldMkLst>
        <pc:spChg chg="mod">
          <ac:chgData name="Damian Glynn" userId="581eb3d1623ee653" providerId="LiveId" clId="{032934AD-3042-426C-A524-8F37032386DC}" dt="2026-09-19T11:28:45.693" v="1676" actId="20577"/>
          <ac:spMkLst>
            <pc:docMk/>
            <pc:sldMk cId="464901692" sldId="281"/>
            <ac:spMk id="3" creationId="{E2C7BFB9-BF0A-5FF1-B142-C5C8424A5E4B}"/>
          </ac:spMkLst>
        </pc:spChg>
      </pc:sldChg>
      <pc:sldChg chg="modSp add mod">
        <pc:chgData name="Damian Glynn" userId="581eb3d1623ee653" providerId="LiveId" clId="{032934AD-3042-426C-A524-8F37032386DC}" dt="2026-09-19T11:24:25.879" v="1571" actId="113"/>
        <pc:sldMkLst>
          <pc:docMk/>
          <pc:sldMk cId="607216613" sldId="282"/>
        </pc:sldMkLst>
        <pc:spChg chg="mod">
          <ac:chgData name="Damian Glynn" userId="581eb3d1623ee653" providerId="LiveId" clId="{032934AD-3042-426C-A524-8F37032386DC}" dt="2026-09-19T11:24:25.879" v="1571" actId="113"/>
          <ac:spMkLst>
            <pc:docMk/>
            <pc:sldMk cId="607216613" sldId="282"/>
            <ac:spMk id="2" creationId="{DCA83020-4A6F-C7FC-8AE5-6E91A35C56DF}"/>
          </ac:spMkLst>
        </pc:spChg>
        <pc:spChg chg="mod">
          <ac:chgData name="Damian Glynn" userId="581eb3d1623ee653" providerId="LiveId" clId="{032934AD-3042-426C-A524-8F37032386DC}" dt="2026-09-19T11:23:52.799" v="1568" actId="113"/>
          <ac:spMkLst>
            <pc:docMk/>
            <pc:sldMk cId="607216613" sldId="282"/>
            <ac:spMk id="3" creationId="{CDE65E1B-F547-516F-478D-3B1527986010}"/>
          </ac:spMkLst>
        </pc:spChg>
      </pc:sldChg>
    </pc:docChg>
  </pc:docChgLst>
  <pc:docChgLst>
    <pc:chgData name="Damian Glynn" userId="S::damiang@shrewsbury.ac.uk::a2e3c452-831f-4a1d-ba50-d779ccabed35" providerId="AD" clId="Web-{D8544BD1-4320-15DF-7413-141C66F89622}"/>
    <pc:docChg chg="modSld">
      <pc:chgData name="Damian Glynn" userId="S::damiang@shrewsbury.ac.uk::a2e3c452-831f-4a1d-ba50-d779ccabed35" providerId="AD" clId="Web-{D8544BD1-4320-15DF-7413-141C66F89622}" dt="2026-09-24T09:47:44.276" v="17"/>
      <pc:docMkLst>
        <pc:docMk/>
      </pc:docMkLst>
      <pc:sldChg chg="modSp">
        <pc:chgData name="Damian Glynn" userId="S::damiang@shrewsbury.ac.uk::a2e3c452-831f-4a1d-ba50-d779ccabed35" providerId="AD" clId="Web-{D8544BD1-4320-15DF-7413-141C66F89622}" dt="2026-09-24T09:47:44.276" v="17"/>
        <pc:sldMkLst>
          <pc:docMk/>
          <pc:sldMk cId="88138342" sldId="274"/>
        </pc:sldMkLst>
        <pc:graphicFrameChg chg="mod modGraphic">
          <ac:chgData name="Damian Glynn" userId="S::damiang@shrewsbury.ac.uk::a2e3c452-831f-4a1d-ba50-d779ccabed35" providerId="AD" clId="Web-{D8544BD1-4320-15DF-7413-141C66F89622}" dt="2026-09-24T09:47:44.276" v="17"/>
          <ac:graphicFrameMkLst>
            <pc:docMk/>
            <pc:sldMk cId="88138342" sldId="274"/>
            <ac:graphicFrameMk id="4" creationId="{68BE4CE8-FDAD-EB52-3129-3C92F42937A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3D7A-4AFB-BC16-111A-DB979258C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FA811-D7C6-0BF6-31F6-04CC55AED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19A8-3E9A-D7B2-023B-A92BF2B5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2E908-32DF-32D3-157A-656CAB56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C0E57-CE5A-D583-F058-C3B3E4F0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24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B2C6-7E52-F8BB-7CAA-205E26F4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D09C-B2E4-0633-9729-32C05C3B0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247CE-BFE5-E92E-4D5D-3A928F61F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07863-9C1D-BF86-1066-39576C37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51381-C7E2-300F-C796-0C4CA3E3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47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7B57-BB83-F4A8-17FB-6FB13E0B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38B42-1522-4645-3558-A792CB1B0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B0015-AC74-1106-A310-4138EDF8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3E107-D73D-11D0-3398-35C6A34F5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295EC-95AD-20E6-3B69-1FA203DF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76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B26CE-7070-AECA-A805-5FA813013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3DCE6-3987-ABB1-9FF6-15C9BD0BE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2D392-C657-55C1-B230-F14FE929D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7E1A6-2CA6-9639-E591-7763D8C7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B22FF-DAF0-5BBC-79D0-20F371D5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B4D81-0244-3BC7-FD49-ED8D4F66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03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7C20-51F6-B747-DD91-B07FC8407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4C074-1D2D-4E52-2B97-F4F775A6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3ABB2-7551-EC7F-3BD7-5724DD456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D45B5-E0DB-13B9-9FE0-D9C38EEB0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475936-9257-9DDD-D76E-908EED403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46DE7C-BE03-54C7-D6F4-EFE2F352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349AA0-7B4B-8221-20F0-D43E344A1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76970-CCDD-7056-F961-80989310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13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D28B-94E0-7874-8557-9309760D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8B0DF-B250-95D2-2196-06CBE9062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6B7D5-1C3A-A38E-31C7-47FCEE76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563CB-1674-DD8A-9CF8-A1F5256C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135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6ABED-BAC3-D9BE-37D7-1D74DBFC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E1E52-E287-989C-5297-23406331C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F2ED8-24C7-9012-25B9-45CFD2CA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45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BBF1-06C5-534A-E620-815CAF63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005A-C967-C604-0F31-9DE797150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A9F33-91AC-A072-D184-C67FF3FC9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5A2B1-257A-A97B-4D5A-D51AE0FCA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68D05-A2D6-A352-DA94-13C5DD7FB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CDD15-BE6C-63B2-FC01-CEA34B06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41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FF00-6D45-410D-C39D-D0B1E571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2A517-3C0E-DC9A-5E13-C03C95392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6EB59-EC08-7436-D0A6-8F9041551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09DD9-D1CC-1949-7C56-A484E0AD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49756-B780-7747-FA5E-ED466F25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86B79-A75A-4C19-AB5C-258C2808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62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0F14-4063-D131-A1BE-EBE084F4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C52E4-6D5F-815E-B94A-6990DFCBD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BDCB7-1FBA-120F-C74C-CAF4918E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C96F3-509E-DE86-22ED-7C7DB38A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25DB5-CB00-6118-985E-B5BF6D8A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08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D2FAF9-87F5-C7F5-EB8C-DFEF9D577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2464CD-9F5B-21CB-6598-82E59B7E6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AEE91-3F33-D520-4CF5-FE41B8A6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99A81-4009-B64D-4913-E93878FF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67532-1710-B8A1-6BFD-EF3EECC0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13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E61024-3131-A8C0-7B02-57F499BA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C5E02-F1E4-F4F9-51CC-1F270AAA5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81E4F-5932-E1D3-6F5E-3EA025F44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B34A8-82FF-407E-9B4F-86B619541C22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EF6F0-1AFD-822E-0D11-38B8BF2B6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080FA-F4D9-6E9B-D774-13D58152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AE6F3-AE73-4773-B5CB-36752A198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509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if-elif-else" TargetMode="External"/><Relationship Id="rId2" Type="http://schemas.openxmlformats.org/officeDocument/2006/relationships/hyperlink" Target="https://www.w3schools.com/python/python_conditions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Zp5MuPOtsSY" TargetMode="External"/><Relationship Id="rId4" Type="http://schemas.openxmlformats.org/officeDocument/2006/relationships/hyperlink" Target="https://www.tutorialspoint.com/python/python_if_else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B182A-2F32-87F7-DCFB-A8299467E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Selection &amp; Comparison Operators</a:t>
            </a:r>
            <a:endParaRPr lang="en-GB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A518A-07F9-6090-B95A-8790C1C61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Week 3 (25/09/26)</a:t>
            </a:r>
          </a:p>
        </p:txBody>
      </p:sp>
    </p:spTree>
    <p:extLst>
      <p:ext uri="{BB962C8B-B14F-4D97-AF65-F5344CB8AC3E}">
        <p14:creationId xmlns:p14="http://schemas.microsoft.com/office/powerpoint/2010/main" val="3733298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306F-D56D-8191-7DFA-AC8BF0C3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Objectives</a:t>
            </a:r>
            <a:endParaRPr lang="en-GB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80814-0A06-671F-53F1-87A982164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To understand how to program selection</a:t>
            </a:r>
          </a:p>
          <a:p>
            <a:r>
              <a:rPr lang="en-GB" sz="4000" dirty="0"/>
              <a:t>To be able to select the appropriate selection statement for a given logical problem.</a:t>
            </a:r>
            <a:endParaRPr lang="en-US" sz="4000" dirty="0"/>
          </a:p>
          <a:p>
            <a:r>
              <a:rPr lang="en-GB" sz="4000" dirty="0"/>
              <a:t>To be able to apply arithmetic or logical operators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6971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737E2-59FC-483A-8AA4-B9167569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EF1C-03BB-F695-E600-7CF7B386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Selection Statements 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2CBC7-9B8B-135D-A5DE-AA98A263D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600" dirty="0"/>
              <a:t>There are four types of selection in most languages: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GB" sz="3600" b="1" dirty="0"/>
              <a:t>If </a:t>
            </a:r>
            <a:r>
              <a:rPr lang="en-GB" sz="3600" dirty="0"/>
              <a:t>statements</a:t>
            </a:r>
          </a:p>
          <a:p>
            <a:r>
              <a:rPr lang="en-GB" sz="3600" b="1" dirty="0" err="1"/>
              <a:t>If..Else</a:t>
            </a:r>
            <a:r>
              <a:rPr lang="en-GB" sz="3600" b="1" dirty="0"/>
              <a:t> </a:t>
            </a:r>
            <a:r>
              <a:rPr lang="en-GB" sz="3600" dirty="0"/>
              <a:t>statements</a:t>
            </a:r>
          </a:p>
          <a:p>
            <a:r>
              <a:rPr lang="en-GB" sz="3600" b="1" dirty="0"/>
              <a:t>If Else if Else </a:t>
            </a:r>
            <a:r>
              <a:rPr lang="en-GB" sz="3600" dirty="0"/>
              <a:t>statements</a:t>
            </a:r>
            <a:endParaRPr lang="en-US" sz="3600" dirty="0"/>
          </a:p>
          <a:p>
            <a:r>
              <a:rPr lang="en-GB" sz="3600" b="1" dirty="0"/>
              <a:t>Switch Case </a:t>
            </a:r>
            <a:r>
              <a:rPr lang="en-GB" sz="3600" dirty="0"/>
              <a:t>statements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288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0F14-7DB9-3885-A2C9-2399BF99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BC9C-97EE-F09D-4EB5-E15690CF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Logical and Relational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96FF3-5D70-E7D1-9E7B-013F7D53C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Operators help define the question</a:t>
            </a:r>
          </a:p>
          <a:p>
            <a:r>
              <a:rPr lang="en-GB" sz="4000" dirty="0"/>
              <a:t>These can be Logical or Relational</a:t>
            </a:r>
          </a:p>
          <a:p>
            <a:r>
              <a:rPr lang="en-GB" sz="4000" dirty="0"/>
              <a:t>Relational questions will </a:t>
            </a:r>
            <a:r>
              <a:rPr lang="en-GB" sz="4000" b="1" dirty="0"/>
              <a:t>COMPARE</a:t>
            </a:r>
            <a:r>
              <a:rPr lang="en-GB" sz="4000" dirty="0"/>
              <a:t> two values</a:t>
            </a:r>
          </a:p>
          <a:p>
            <a:r>
              <a:rPr lang="en-GB" sz="4000" dirty="0"/>
              <a:t>The answer will either be </a:t>
            </a:r>
            <a:r>
              <a:rPr lang="en-GB" sz="4000" b="1" dirty="0"/>
              <a:t>TRUE</a:t>
            </a:r>
            <a:r>
              <a:rPr lang="en-GB" sz="4000" dirty="0"/>
              <a:t> or </a:t>
            </a:r>
            <a:r>
              <a:rPr lang="en-GB" sz="4000" b="1" dirty="0"/>
              <a:t>FALSE</a:t>
            </a:r>
            <a:endParaRPr lang="en-GB" sz="4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493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4C706-4CF8-3C25-4B75-C62571AC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C418-A7F4-0898-15AF-6B2B88AE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D192-625B-42A3-D7C4-EB0E98E5C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Logical operators allow smaller statements to be combined together</a:t>
            </a:r>
          </a:p>
          <a:p>
            <a:r>
              <a:rPr lang="en-GB" sz="4000" dirty="0"/>
              <a:t>The answer will still either be </a:t>
            </a:r>
            <a:r>
              <a:rPr lang="en-GB" sz="4000" b="1" dirty="0"/>
              <a:t>TRUE</a:t>
            </a:r>
            <a:r>
              <a:rPr lang="en-GB" sz="4000" dirty="0"/>
              <a:t> or </a:t>
            </a:r>
            <a:r>
              <a:rPr lang="en-GB" sz="4000" b="1" dirty="0"/>
              <a:t>FALSE</a:t>
            </a:r>
            <a:endParaRPr lang="en-GB" sz="4000" dirty="0"/>
          </a:p>
          <a:p>
            <a:r>
              <a:rPr lang="en-GB" sz="4000" dirty="0"/>
              <a:t>For example, if it is not raining </a:t>
            </a:r>
            <a:r>
              <a:rPr lang="en-GB" sz="4000" b="1" u="sng" dirty="0"/>
              <a:t>AND</a:t>
            </a:r>
            <a:r>
              <a:rPr lang="en-GB" sz="4000" dirty="0"/>
              <a:t> I have free time </a:t>
            </a:r>
            <a:r>
              <a:rPr lang="en-GB" sz="4000" b="1" dirty="0"/>
              <a:t>TRUE</a:t>
            </a:r>
            <a:r>
              <a:rPr lang="en-GB" sz="4000" dirty="0"/>
              <a:t>…</a:t>
            </a:r>
            <a:endParaRPr lang="en-US" sz="4000" dirty="0"/>
          </a:p>
          <a:p>
            <a:r>
              <a:rPr lang="en-GB" sz="4000" dirty="0"/>
              <a:t>I will go for a walk</a:t>
            </a:r>
          </a:p>
        </p:txBody>
      </p:sp>
    </p:spTree>
    <p:extLst>
      <p:ext uri="{BB962C8B-B14F-4D97-AF65-F5344CB8AC3E}">
        <p14:creationId xmlns:p14="http://schemas.microsoft.com/office/powerpoint/2010/main" val="356846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1B4A5-0CA3-5CE9-4E4B-7504A6FA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997E-C9C5-97B8-502B-DDDE9A85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1</a:t>
            </a:r>
            <a:endParaRPr lang="en-GB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1BC328-E1ED-C801-D406-554D63FB4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062426"/>
              </p:ext>
            </p:extLst>
          </p:nvPr>
        </p:nvGraphicFramePr>
        <p:xfrm>
          <a:off x="838200" y="1825625"/>
          <a:ext cx="10515600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390467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45320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599870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39403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Operation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Result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Operation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Result 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6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==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False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 &lt;= 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2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&gt;= 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227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=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&gt;= 42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69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&gt; =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== 41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3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!=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!= 41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595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 &lt; 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!= 42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67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13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2BA04-8602-9BF3-CB52-DEF696F9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B6CC0-256B-799C-A6A9-FD9B565A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Answers</a:t>
            </a:r>
            <a:endParaRPr lang="en-GB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D1199C-0254-3B56-871E-64869F89CE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2631707"/>
              </p:ext>
            </p:extLst>
          </p:nvPr>
        </p:nvGraphicFramePr>
        <p:xfrm>
          <a:off x="838200" y="1825625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390467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45320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599870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39403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Operation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Result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Operation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Result 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6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==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False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 &lt;= 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32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&gt;= 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227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=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&gt;= 42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False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69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&gt; =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== 41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3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!=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!= 41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False 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595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 &lt; 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 != 42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67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21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05B5-7DCA-3C68-5087-DB03DA0A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3F8AC-11D5-38B3-1B6B-002C67394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2113"/>
          </a:xfrm>
        </p:spPr>
        <p:txBody>
          <a:bodyPr/>
          <a:lstStyle/>
          <a:p>
            <a:r>
              <a:rPr lang="en-US" b="1" dirty="0"/>
              <a:t>Logical or Boolean Operators</a:t>
            </a:r>
            <a:endParaRPr lang="en-GB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AE6E65-8368-B521-B487-2B13296F5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4167437"/>
              </p:ext>
            </p:extLst>
          </p:nvPr>
        </p:nvGraphicFramePr>
        <p:xfrm>
          <a:off x="631371" y="1001486"/>
          <a:ext cx="10515600" cy="5702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60197414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906354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974503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5079280"/>
                    </a:ext>
                  </a:extLst>
                </a:gridCol>
              </a:tblGrid>
              <a:tr h="404776">
                <a:tc>
                  <a:txBody>
                    <a:bodyPr/>
                    <a:lstStyle/>
                    <a:p>
                      <a:r>
                        <a:rPr lang="en-US" dirty="0"/>
                        <a:t>Operator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463448"/>
                  </a:ext>
                </a:extLst>
              </a:tr>
              <a:tr h="196288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&amp;&amp;</a:t>
                      </a:r>
                      <a:endParaRPr lang="en-GB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If Something </a:t>
                      </a:r>
                      <a:r>
                        <a:rPr lang="en-GB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Something is True, the answer is True</a:t>
                      </a:r>
                    </a:p>
                    <a:p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&lt; 5 </a:t>
                      </a:r>
                      <a:r>
                        <a:rPr lang="en-GB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&amp;&amp;</a:t>
                      </a: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5 &lt; 3</a:t>
                      </a:r>
                    </a:p>
                    <a:p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5 is not less than 3. Both statements have to be true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802984"/>
                  </a:ext>
                </a:extLst>
              </a:tr>
              <a:tr h="196288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||</a:t>
                      </a:r>
                      <a:endParaRPr lang="en-GB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If Something </a:t>
                      </a:r>
                      <a:r>
                        <a:rPr lang="en-GB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Something is True, the answer is True</a:t>
                      </a:r>
                    </a:p>
                    <a:p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&lt; 6 </a:t>
                      </a:r>
                      <a:r>
                        <a:rPr lang="en-GB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||</a:t>
                      </a: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3 &lt; 2</a:t>
                      </a:r>
                    </a:p>
                    <a:p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Only one has to be true, and 5 is less than 6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98486"/>
                  </a:ext>
                </a:extLst>
              </a:tr>
              <a:tr h="565577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!</a:t>
                      </a:r>
                      <a:endParaRPr lang="en-GB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If something is </a:t>
                      </a:r>
                      <a:r>
                        <a:rPr lang="en-GB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true</a:t>
                      </a:r>
                    </a:p>
                    <a:p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 </a:t>
                      </a:r>
                      <a:r>
                        <a:rPr lang="en-GB" sz="2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!(4 &lt; 3)</a:t>
                      </a:r>
                    </a:p>
                    <a:p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True both are correct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52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85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CE00-396D-AA69-7AE0-F9BD3670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AB6D-64CD-0025-77C8-2108B94C2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Logical Operators</a:t>
            </a:r>
            <a:endParaRPr lang="en-GB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31D7C0-0E35-7100-2B4B-0A4B941E3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958835"/>
              </p:ext>
            </p:extLst>
          </p:nvPr>
        </p:nvGraphicFramePr>
        <p:xfrm>
          <a:off x="838200" y="1825625"/>
          <a:ext cx="10515600" cy="4061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97859325"/>
                    </a:ext>
                  </a:extLst>
                </a:gridCol>
                <a:gridCol w="2182586">
                  <a:extLst>
                    <a:ext uri="{9D8B030D-6E8A-4147-A177-3AD203B41FA5}">
                      <a16:colId xmlns:a16="http://schemas.microsoft.com/office/drawing/2014/main" val="3696891781"/>
                    </a:ext>
                  </a:extLst>
                </a:gridCol>
                <a:gridCol w="3668485">
                  <a:extLst>
                    <a:ext uri="{9D8B030D-6E8A-4147-A177-3AD203B41FA5}">
                      <a16:colId xmlns:a16="http://schemas.microsoft.com/office/drawing/2014/main" val="3596534751"/>
                    </a:ext>
                  </a:extLst>
                </a:gridCol>
                <a:gridCol w="2035629">
                  <a:extLst>
                    <a:ext uri="{9D8B030D-6E8A-4147-A177-3AD203B41FA5}">
                      <a16:colId xmlns:a16="http://schemas.microsoft.com/office/drawing/2014/main" val="3508108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Operator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Result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Operator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Result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31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== 5 and 6==6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 &lt;= 40 and 41 &gt; 42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232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 and 5 &gt;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Not(41 == 40) and 40 == 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49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 or 5 &gt;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 == 40 and 39 != 39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763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 and 5 &gt;=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&lt; 100 or not (5 != 6)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940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 and 5 !=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&lt; 6 or 6 &lt;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31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!= 5 or 5 !=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&lt; 6 and 6 &lt;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803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85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BAB6-6085-5285-919B-91126F456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63CF-A13B-EF2E-DFB5-405E1A2E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Logical Operators</a:t>
            </a:r>
            <a:endParaRPr lang="en-GB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BE4CE8-FDAD-EB52-3129-3C92F42937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2395078"/>
              </p:ext>
            </p:extLst>
          </p:nvPr>
        </p:nvGraphicFramePr>
        <p:xfrm>
          <a:off x="838200" y="1825625"/>
          <a:ext cx="10515600" cy="4061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97859325"/>
                    </a:ext>
                  </a:extLst>
                </a:gridCol>
                <a:gridCol w="2182586">
                  <a:extLst>
                    <a:ext uri="{9D8B030D-6E8A-4147-A177-3AD203B41FA5}">
                      <a16:colId xmlns:a16="http://schemas.microsoft.com/office/drawing/2014/main" val="3696891781"/>
                    </a:ext>
                  </a:extLst>
                </a:gridCol>
                <a:gridCol w="3668485">
                  <a:extLst>
                    <a:ext uri="{9D8B030D-6E8A-4147-A177-3AD203B41FA5}">
                      <a16:colId xmlns:a16="http://schemas.microsoft.com/office/drawing/2014/main" val="3596534751"/>
                    </a:ext>
                  </a:extLst>
                </a:gridCol>
                <a:gridCol w="2035629">
                  <a:extLst>
                    <a:ext uri="{9D8B030D-6E8A-4147-A177-3AD203B41FA5}">
                      <a16:colId xmlns:a16="http://schemas.microsoft.com/office/drawing/2014/main" val="3508108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Operator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Result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Operator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Result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31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== 5 and 6==6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 &lt;= 40 and 41 &gt; 42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False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232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 and 5 &gt;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Not(41 == 40) and 40 == 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49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 or 5 &gt;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 == 40 and 39 != 39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False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763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 and 5 &gt;=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&lt; 100 or not (5 != 6)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940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&lt; 5 and 5 !=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&lt; 6 or 6 &lt;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31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!= 5 or 5 !=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True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&lt; 6 and 6 &lt;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False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803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3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D3DC4-91C1-D6A6-B070-1527F946B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ED555-9E37-8104-14C9-5F8E1194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IF Statement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5EF9D-0EEA-A7A5-D913-DCC24E272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An </a:t>
            </a:r>
            <a:r>
              <a:rPr lang="en-GB" b="1" dirty="0"/>
              <a:t>IF</a:t>
            </a:r>
            <a:r>
              <a:rPr lang="en-GB" dirty="0"/>
              <a:t> statement is when there is a choice but no alternative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You walk into a gym. </a:t>
            </a:r>
          </a:p>
          <a:p>
            <a:r>
              <a:rPr lang="en-GB" dirty="0"/>
              <a:t>They offer </a:t>
            </a:r>
            <a:r>
              <a:rPr lang="en-GB" b="1" dirty="0"/>
              <a:t>free water</a:t>
            </a:r>
            <a:r>
              <a:rPr lang="en-GB" dirty="0"/>
              <a:t> if you bring your own bottle. </a:t>
            </a:r>
          </a:p>
          <a:p>
            <a:r>
              <a:rPr lang="en-GB" dirty="0"/>
              <a:t>If you don’t bring a bottle, you simply </a:t>
            </a:r>
            <a:r>
              <a:rPr lang="en-GB" b="1" dirty="0"/>
              <a:t>don’t get water</a:t>
            </a:r>
            <a:r>
              <a:rPr lang="en-GB" dirty="0"/>
              <a:t> there is </a:t>
            </a:r>
            <a:r>
              <a:rPr lang="en-GB" i="1" dirty="0"/>
              <a:t>no alternative</a:t>
            </a:r>
            <a:r>
              <a:rPr lang="en-GB" dirty="0"/>
              <a:t>.</a:t>
            </a:r>
          </a:p>
          <a:p>
            <a:pPr marL="0" lvl="0" indent="0">
              <a:buNone/>
            </a:pPr>
            <a:endParaRPr lang="en-GB" dirty="0">
              <a:effectLst/>
            </a:endParaRPr>
          </a:p>
          <a:p>
            <a:pPr marL="0" lvl="0" indent="0">
              <a:buNone/>
            </a:pPr>
            <a:r>
              <a:rPr lang="en-GB" dirty="0">
                <a:effectLst/>
              </a:rPr>
              <a:t>There is a </a:t>
            </a:r>
            <a:r>
              <a:rPr lang="en-GB" b="1" dirty="0">
                <a:effectLst/>
              </a:rPr>
              <a:t>condition</a:t>
            </a:r>
            <a:r>
              <a:rPr lang="en-GB" dirty="0">
                <a:effectLst/>
              </a:rPr>
              <a:t> (did you bring a bottle?)</a:t>
            </a:r>
            <a:endParaRPr lang="en-GB" dirty="0"/>
          </a:p>
          <a:p>
            <a:pPr lvl="0"/>
            <a:r>
              <a:rPr lang="en-GB" dirty="0">
                <a:effectLst/>
              </a:rPr>
              <a:t>If the condition is true → you get water</a:t>
            </a:r>
            <a:endParaRPr lang="en-GB" dirty="0"/>
          </a:p>
          <a:p>
            <a:pPr lvl="0"/>
            <a:r>
              <a:rPr lang="en-GB" dirty="0">
                <a:effectLst/>
              </a:rPr>
              <a:t>If the condition is false → nothing happens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5316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DE95B-A298-EDAC-C5C1-846A8F4F5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B9DE-2813-8562-4324-D476D851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IF Statement – Single Condition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3F1EA-78A2-1FD6-E899-891F612A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You can have as many operations as you like within the brackets.</a:t>
            </a:r>
            <a:endParaRPr lang="en-US" sz="4000" dirty="0"/>
          </a:p>
          <a:p>
            <a:r>
              <a:rPr lang="en-GB" sz="4000" dirty="0"/>
              <a:t>You can run more than one line code.</a:t>
            </a:r>
            <a:endParaRPr lang="en-US" sz="4000" dirty="0"/>
          </a:p>
          <a:p>
            <a:r>
              <a:rPr lang="en-GB" sz="4000" dirty="0"/>
              <a:t>The key is that your code will run everything you want, if the selection statement is </a:t>
            </a:r>
            <a:r>
              <a:rPr lang="en-GB" sz="4000" b="1" dirty="0"/>
              <a:t>TRUE</a:t>
            </a:r>
            <a:endParaRPr lang="en-GB" sz="4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750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9B90F-1E8C-2B73-2E27-866060E9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7800-45E4-07DA-5EC8-B1593BA8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IF Statement Double Condition Programme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0FD06-1FA4-9AEB-884F-8D51E8E89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600" dirty="0"/>
              <a:t>Write a program that checks a number.</a:t>
            </a:r>
            <a:endParaRPr lang="en-US" sz="3600" dirty="0"/>
          </a:p>
          <a:p>
            <a:r>
              <a:rPr lang="en-GB" sz="3600" dirty="0"/>
              <a:t>If the number is bigger than 5 </a:t>
            </a:r>
            <a:r>
              <a:rPr lang="en-GB" sz="3600" b="1" dirty="0"/>
              <a:t>AND</a:t>
            </a:r>
            <a:r>
              <a:rPr lang="en-GB" sz="3600" dirty="0"/>
              <a:t> less than 10 you will print out a message</a:t>
            </a:r>
          </a:p>
          <a:p>
            <a:r>
              <a:rPr lang="en-GB" sz="3600" dirty="0"/>
              <a:t>Print out “this number is between 5 and 10”.</a:t>
            </a:r>
          </a:p>
          <a:p>
            <a:endParaRPr lang="en-GB" sz="3600" dirty="0"/>
          </a:p>
          <a:p>
            <a:r>
              <a:rPr lang="en-GB" sz="3600" dirty="0"/>
              <a:t>Then adapt the programme so the user can input the number</a:t>
            </a:r>
            <a:endParaRPr lang="en-US" sz="36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5459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27D4-8D88-36F8-C5AF-64304133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86BD9-734D-E487-7001-02403CD4F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task2userInput</a:t>
            </a:r>
          </a:p>
          <a:p>
            <a:pPr marL="0" indent="0">
              <a:buNone/>
            </a:pPr>
            <a:r>
              <a:rPr lang="en-US" sz="4000" b="1" dirty="0"/>
              <a:t>task2numInput</a:t>
            </a:r>
          </a:p>
          <a:p>
            <a:pPr marL="0" indent="0">
              <a:buNone/>
            </a:pPr>
            <a:r>
              <a:rPr lang="en-US" sz="4000" b="1" dirty="0"/>
              <a:t>task2numInputloop</a:t>
            </a:r>
          </a:p>
          <a:p>
            <a:pPr marL="0" indent="0">
              <a:buNone/>
            </a:pPr>
            <a:r>
              <a:rPr lang="en-US" sz="4000" b="1" dirty="0"/>
              <a:t>task2available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/>
              <a:t>Simple rule:</a:t>
            </a:r>
          </a:p>
          <a:p>
            <a:pPr marL="0" indent="0">
              <a:buNone/>
            </a:pPr>
            <a:r>
              <a:rPr lang="en-GB" sz="3600" b="1" dirty="0"/>
              <a:t>{ }</a:t>
            </a:r>
            <a:r>
              <a:rPr lang="en-GB" sz="4000" b="1" dirty="0"/>
              <a:t> </a:t>
            </a:r>
            <a:r>
              <a:rPr lang="en-GB" sz="4000" dirty="0"/>
              <a:t>groups statements. </a:t>
            </a:r>
          </a:p>
          <a:p>
            <a:pPr marL="0" indent="0">
              <a:buNone/>
            </a:pPr>
            <a:r>
              <a:rPr lang="en-GB" sz="4000" b="1" dirty="0"/>
              <a:t>;</a:t>
            </a:r>
            <a:r>
              <a:rPr lang="en-GB" sz="4000" dirty="0"/>
              <a:t> ends statements.</a:t>
            </a:r>
          </a:p>
        </p:txBody>
      </p:sp>
    </p:spTree>
    <p:extLst>
      <p:ext uri="{BB962C8B-B14F-4D97-AF65-F5344CB8AC3E}">
        <p14:creationId xmlns:p14="http://schemas.microsoft.com/office/powerpoint/2010/main" val="1117235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2E8C-6589-6C53-D90C-000FDFAC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7599-B2B2-2FBA-AEAD-33D0661D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Nested 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A276F-C91D-A84C-5796-4B4ED4FF7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 you might want to ask another question after you’ve asked a first question</a:t>
            </a:r>
          </a:p>
          <a:p>
            <a:r>
              <a:rPr lang="en-GB" dirty="0"/>
              <a:t>The second question will depend on the result of the first question</a:t>
            </a:r>
          </a:p>
          <a:p>
            <a:r>
              <a:rPr lang="en-GB" dirty="0"/>
              <a:t>For example, you might ask someone if their name is “Bob”.</a:t>
            </a:r>
          </a:p>
          <a:p>
            <a:r>
              <a:rPr lang="en-GB" dirty="0"/>
              <a:t>If it is, you might then ask if they know Jim</a:t>
            </a:r>
          </a:p>
          <a:p>
            <a:r>
              <a:rPr lang="en-GB" dirty="0"/>
              <a:t>In computing terms, the second condition will only execute if the first condition is </a:t>
            </a:r>
            <a:r>
              <a:rPr lang="en-GB" b="1" dirty="0"/>
              <a:t>TRUE</a:t>
            </a:r>
            <a:endParaRPr lang="en-US" b="1" dirty="0"/>
          </a:p>
          <a:p>
            <a:endParaRPr lang="en-GB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407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9493-0557-2204-192B-2AA16F43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3724-7501-BEF2-A51F-7A8713FA9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Nested IF Programme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61BD-3FC7-A4B4-8562-5F40E9481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4000" dirty="0"/>
              <a:t>Write a program to see if a number is over 40</a:t>
            </a:r>
          </a:p>
          <a:p>
            <a:r>
              <a:rPr lang="en-GB" sz="4000" dirty="0"/>
              <a:t>If it is check to see if the number is over 75</a:t>
            </a:r>
          </a:p>
          <a:p>
            <a:r>
              <a:rPr lang="en-GB" sz="4000" dirty="0"/>
              <a:t>If it is print out “over 75”.</a:t>
            </a:r>
            <a:endParaRPr lang="en-US" sz="4000" dirty="0"/>
          </a:p>
          <a:p>
            <a:r>
              <a:rPr lang="en-GB" sz="4000" dirty="0"/>
              <a:t>Look at the wording of the question it tells you the logic</a:t>
            </a:r>
          </a:p>
          <a:p>
            <a:endParaRPr lang="en-GB" sz="4000" dirty="0"/>
          </a:p>
          <a:p>
            <a:pPr marL="0" indent="0">
              <a:buNone/>
            </a:pPr>
            <a:r>
              <a:rPr lang="en-GB" sz="4000" b="1" dirty="0"/>
              <a:t>See Task3nested Sketch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9207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2B35-6639-4D27-4BC9-130C97677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FCFCC-4A53-42A8-6FA5-33FF139B1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4.12.3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F6E19-39BE-7936-980C-A98D2F468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30 min</a:t>
            </a:r>
          </a:p>
        </p:txBody>
      </p:sp>
    </p:spTree>
    <p:extLst>
      <p:ext uri="{BB962C8B-B14F-4D97-AF65-F5344CB8AC3E}">
        <p14:creationId xmlns:p14="http://schemas.microsoft.com/office/powerpoint/2010/main" val="3838110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A8323-4013-E319-8CA1-B79D88C99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8C71D-8E91-DAEC-5300-EDE9E63E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IF…Else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9939D-C098-DF29-4276-D588B9B1D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when there is a choice of TWO THINGS and TWO THINGS ONLY</a:t>
            </a:r>
            <a:endParaRPr lang="en-US" dirty="0"/>
          </a:p>
          <a:p>
            <a:r>
              <a:rPr lang="en-GB" dirty="0"/>
              <a:t>It is an </a:t>
            </a:r>
            <a:r>
              <a:rPr lang="en-GB" b="1" dirty="0"/>
              <a:t>EITHER</a:t>
            </a:r>
            <a:r>
              <a:rPr lang="en-GB" dirty="0"/>
              <a:t> / </a:t>
            </a:r>
            <a:r>
              <a:rPr lang="en-GB" b="1" dirty="0"/>
              <a:t>OR</a:t>
            </a:r>
            <a:r>
              <a:rPr lang="en-GB" dirty="0"/>
              <a:t> decision,  there is no third option</a:t>
            </a:r>
          </a:p>
          <a:p>
            <a:r>
              <a:rPr lang="en-GB" dirty="0"/>
              <a:t>For example, you are at the best chip shop in Shrewsbury</a:t>
            </a:r>
          </a:p>
          <a:p>
            <a:r>
              <a:rPr lang="en-GB" dirty="0"/>
              <a:t>You </a:t>
            </a:r>
            <a:r>
              <a:rPr lang="en-GB" b="1" dirty="0"/>
              <a:t>MUST</a:t>
            </a:r>
            <a:r>
              <a:rPr lang="en-GB" dirty="0"/>
              <a:t> have either beans or peas with your chips</a:t>
            </a:r>
          </a:p>
          <a:p>
            <a:r>
              <a:rPr lang="en-GB" dirty="0"/>
              <a:t>You now have a choice of two you have to pick one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291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6497-4220-80A9-E43A-98201F09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5789-0876-0DD0-E47A-2DB1C204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IF ELSE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A7963-BCE2-D62D-161C-72838D691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400" dirty="0"/>
              <a:t>Write a program to check a number</a:t>
            </a:r>
          </a:p>
          <a:p>
            <a:r>
              <a:rPr lang="en-GB" sz="4400" dirty="0"/>
              <a:t>If it’s less than 0, print out ““&lt;number&gt; is less than zero”.</a:t>
            </a:r>
            <a:endParaRPr lang="en-US" sz="4400" dirty="0"/>
          </a:p>
          <a:p>
            <a:r>
              <a:rPr lang="en-GB" sz="4400" dirty="0"/>
              <a:t>Otherwise, print out “&lt;number&gt; is more than zero”.</a:t>
            </a:r>
            <a:endParaRPr lang="en-US" sz="4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5984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7F50F-5D29-4B9E-5FAE-9F29132B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9672-4208-E1F9-2392-9BE4468D6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Tasks 4.12.4 If Else Statements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899D2-FE28-06E7-0E9C-E73939443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30 min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sz="4800" b="1" dirty="0"/>
              <a:t>See task4ifElse Sketch</a:t>
            </a:r>
          </a:p>
        </p:txBody>
      </p:sp>
    </p:spTree>
    <p:extLst>
      <p:ext uri="{BB962C8B-B14F-4D97-AF65-F5344CB8AC3E}">
        <p14:creationId xmlns:p14="http://schemas.microsoft.com/office/powerpoint/2010/main" val="42700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3561-3E48-6741-AD28-0E7FABB48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705C-837E-2AD2-495A-EE53B6F07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If..Else</a:t>
            </a:r>
            <a:r>
              <a:rPr lang="en-GB" dirty="0"/>
              <a:t> </a:t>
            </a:r>
            <a:r>
              <a:rPr lang="en-GB" dirty="0" err="1"/>
              <a:t>IF..Else</a:t>
            </a:r>
            <a:r>
              <a:rPr lang="en-GB" dirty="0"/>
              <a:t>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9EA7-AB7A-EFBD-B14D-1C3B7C51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where there are multiple choices</a:t>
            </a:r>
          </a:p>
          <a:p>
            <a:r>
              <a:rPr lang="en-GB" dirty="0"/>
              <a:t>A user can select one of three</a:t>
            </a:r>
          </a:p>
          <a:p>
            <a:r>
              <a:rPr lang="en-GB" dirty="0"/>
              <a:t>If the choice is not the first two, then it has to be the last</a:t>
            </a:r>
          </a:p>
          <a:p>
            <a:r>
              <a:rPr lang="en-GB" dirty="0"/>
              <a:t>For example, you are back at the best chip shop</a:t>
            </a:r>
          </a:p>
          <a:p>
            <a:r>
              <a:rPr lang="en-GB" dirty="0"/>
              <a:t>You can have mayonnaise or ketchup on your chips</a:t>
            </a:r>
          </a:p>
          <a:p>
            <a:r>
              <a:rPr lang="en-GB" dirty="0"/>
              <a:t>If you don’t want either of them, you can gravy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3077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B2C77-5D11-EBB1-6EB8-8CEF44A9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415D-5AD9-BE9B-B59F-2EB8A619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Else IF ELSE Statement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49C1B-CF85-9262-B95C-270EE1479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number LESS THAN 50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</a:p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OUTPUT “less than 50”</a:t>
            </a:r>
          </a:p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number greater than 100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OUTPUT “More than 100”</a:t>
            </a:r>
          </a:p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OUTPUT “between 50 and 100”</a:t>
            </a:r>
          </a:p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IF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9043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8678-8AB1-7064-83D4-CC19B07E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E2947-6965-3518-1674-BA072BF5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4.12.5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29052-0431-BE63-EEC3-3139CB965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042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ECBA3-6CBA-7180-82E9-B1199E3A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C10B-9A18-A920-16BA-16C649D1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Switch Case Statements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245A4-621E-EE83-CDA5-7C3520DFC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If.. Else If.. Else statements can get complicated</a:t>
            </a:r>
          </a:p>
          <a:p>
            <a:r>
              <a:rPr lang="en-GB" sz="4000" dirty="0"/>
              <a:t>An alternative is to use Switch Case</a:t>
            </a:r>
          </a:p>
          <a:p>
            <a:r>
              <a:rPr lang="en-GB" sz="4000" dirty="0"/>
              <a:t>A decision is made based on user input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1658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A8B2B-8ED9-1D07-6485-094EE4FB2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F3A8A-DDBF-5A47-FC8F-4E02BF1AD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Switch Case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6254-DF51-088C-A475-21DAB6778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entry: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“A”: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print(“You selected A”)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“B”:1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print(“You selected B”)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print(“Unrecognised selection”)</a:t>
            </a:r>
          </a:p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SWITCH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7712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A1A4-8CC5-29A6-C33F-BB527869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BFB9-BF0A-5FF1-B142-C5C8424A5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0486"/>
            <a:ext cx="10515600" cy="5556477"/>
          </a:xfrm>
        </p:spPr>
        <p:txBody>
          <a:bodyPr/>
          <a:lstStyle/>
          <a:p>
            <a:pPr marL="0" indent="0">
              <a:buNone/>
            </a:pPr>
            <a:r>
              <a:rPr lang="en-GB" sz="4800" dirty="0"/>
              <a:t>See </a:t>
            </a:r>
            <a:r>
              <a:rPr lang="en-GB" sz="4800" dirty="0" err="1"/>
              <a:t>switchExample</a:t>
            </a:r>
            <a:r>
              <a:rPr lang="en-GB" sz="4800" dirty="0"/>
              <a:t> Sketch</a:t>
            </a:r>
          </a:p>
          <a:p>
            <a:pPr marL="0" indent="0">
              <a:buNone/>
            </a:pPr>
            <a:br>
              <a:rPr lang="en-GB" sz="4800" dirty="0"/>
            </a:br>
            <a:r>
              <a:rPr lang="en-GB" sz="4800" dirty="0"/>
              <a:t>Task Switch Case</a:t>
            </a:r>
            <a:endParaRPr lang="en-GB" dirty="0"/>
          </a:p>
          <a:p>
            <a:r>
              <a:rPr lang="en-GB" dirty="0"/>
              <a:t>20 mins</a:t>
            </a:r>
          </a:p>
        </p:txBody>
      </p:sp>
    </p:spTree>
    <p:extLst>
      <p:ext uri="{BB962C8B-B14F-4D97-AF65-F5344CB8AC3E}">
        <p14:creationId xmlns:p14="http://schemas.microsoft.com/office/powerpoint/2010/main" val="464901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00A32-A551-22A3-0C4B-29BD82A2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83020-4A6F-C7FC-8AE5-6E91A35C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research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65E1B-F547-516F-478D-3B1527986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u="sng" dirty="0"/>
              <a:t>Websites</a:t>
            </a:r>
          </a:p>
          <a:p>
            <a:pPr marL="0" indent="0">
              <a:buNone/>
            </a:pPr>
            <a:r>
              <a:rPr lang="en-GB" u="sng" dirty="0">
                <a:hlinkClick r:id="rId2"/>
              </a:rPr>
              <a:t>https://www.w3schools.com/python/python_conditions.asp</a:t>
            </a:r>
            <a:endParaRPr lang="en-GB" u="sng" dirty="0"/>
          </a:p>
          <a:p>
            <a:pPr marL="0" indent="0">
              <a:buNone/>
            </a:pPr>
            <a:r>
              <a:rPr lang="en-GB" u="sng" dirty="0">
                <a:hlinkClick r:id="rId3"/>
              </a:rPr>
              <a:t>https://www.programiz.com/python-programming/if-elif-else</a:t>
            </a:r>
            <a:endParaRPr lang="en-GB" u="sng" dirty="0"/>
          </a:p>
          <a:p>
            <a:pPr marL="0" indent="0">
              <a:buNone/>
            </a:pPr>
            <a:r>
              <a:rPr lang="en-GB" u="sng" dirty="0">
                <a:hlinkClick r:id="rId4"/>
              </a:rPr>
              <a:t>https://www.tutorialspoint.com/python/python_if_else.htm</a:t>
            </a:r>
            <a:endParaRPr lang="en-GB" u="sng" dirty="0"/>
          </a:p>
          <a:p>
            <a:pPr marL="0" indent="0">
              <a:buNone/>
            </a:pPr>
            <a:endParaRPr lang="en-GB" u="sng" dirty="0"/>
          </a:p>
          <a:p>
            <a:pPr marL="0" indent="0">
              <a:buNone/>
            </a:pPr>
            <a:r>
              <a:rPr lang="en-GB" b="1" u="sng" dirty="0"/>
              <a:t>Videos</a:t>
            </a:r>
          </a:p>
          <a:p>
            <a:pPr marL="0" indent="0">
              <a:buNone/>
            </a:pPr>
            <a:r>
              <a:rPr lang="en-GB" u="sng" dirty="0">
                <a:hlinkClick r:id="rId5"/>
              </a:rPr>
              <a:t>https://www.youtube.com/watch?v=Zp5MuPOtsSY</a:t>
            </a:r>
            <a:endParaRPr lang="en-GB" u="sng" dirty="0"/>
          </a:p>
          <a:p>
            <a:endParaRPr lang="en-GB" u="sng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7216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1219</Words>
  <Application>Microsoft Office PowerPoint</Application>
  <PresentationFormat>Widescreen</PresentationFormat>
  <Paragraphs>233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Selection &amp; Comparison Operators</vt:lpstr>
      <vt:lpstr>Objectives</vt:lpstr>
      <vt:lpstr>Selection Statements </vt:lpstr>
      <vt:lpstr>Logical and Relational Operators</vt:lpstr>
      <vt:lpstr>Logical Operators</vt:lpstr>
      <vt:lpstr>Task 1</vt:lpstr>
      <vt:lpstr>Answers</vt:lpstr>
      <vt:lpstr>Logical or Boolean Operators</vt:lpstr>
      <vt:lpstr>Logical Operators</vt:lpstr>
      <vt:lpstr>Logical Operators</vt:lpstr>
      <vt:lpstr>IF Statement</vt:lpstr>
      <vt:lpstr>IF Statement – Single Condition</vt:lpstr>
      <vt:lpstr>IF Statement Double Condition Programme</vt:lpstr>
      <vt:lpstr>PowerPoint Presentation</vt:lpstr>
      <vt:lpstr>Nested IF Statements</vt:lpstr>
      <vt:lpstr>Nested IF Programme</vt:lpstr>
      <vt:lpstr>Task 4.12.3</vt:lpstr>
      <vt:lpstr>IF…Else Statements</vt:lpstr>
      <vt:lpstr>IF ELSE Program</vt:lpstr>
      <vt:lpstr>Tasks 4.12.4 If Else Statements </vt:lpstr>
      <vt:lpstr>If..Else IF..Else Statements</vt:lpstr>
      <vt:lpstr>IF Else IF ELSE Statement Pseudocode</vt:lpstr>
      <vt:lpstr>Task 4.12.5 </vt:lpstr>
      <vt:lpstr>Switch Case Statements </vt:lpstr>
      <vt:lpstr>Switch Case Pseudocode</vt:lpstr>
      <vt:lpstr>PowerPoint Presentation</vt:lpstr>
      <vt:lpstr>Further research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Damian Glynn</dc:creator>
  <cp:lastModifiedBy>Damian Glynn</cp:lastModifiedBy>
  <cp:revision>4</cp:revision>
  <dcterms:created xsi:type="dcterms:W3CDTF">2026-09-19T07:45:20Z</dcterms:created>
  <dcterms:modified xsi:type="dcterms:W3CDTF">2026-09-24T09:47:54Z</dcterms:modified>
</cp:coreProperties>
</file>